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664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10972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82296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32918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CD34D"/>
                </a:solidFill>
                <a:latin typeface="IBM Plex Sans"/>
              </a:rPr>
              <a:t>HoneyDue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0233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IBM Plex Sans"/>
              </a:rPr>
              <a:t>Calendar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572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1A7B3"/>
                </a:solidFill>
                <a:latin typeface="IBM Plex Sans"/>
              </a:rPr>
              <a:t>v 1.0.6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28016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BM Plex Sans"/>
              </a:rPr>
              <a:t>Keeping work and home in sync —
without the secrets.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743200"/>
            <a:ext cx="6583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A1A7B3"/>
                </a:solidFill>
                <a:latin typeface="IBM Plex Sans"/>
              </a:rPr>
              <a:t>A native macOS menu bar app built by
Daneyand &amp; </a:t>
            </a:r>
            <a:r>
              <a:rPr lang="en-US" sz="1800" b="0" i="0" dirty="0">
                <a:solidFill>
                  <a:srgbClr val="A1A7B3"/>
                </a:solidFill>
                <a:latin typeface="IBM Plex Sans"/>
              </a:rPr>
              <a:t>IBM’s </a:t>
            </a:r>
            <a:r>
              <a:rPr sz="1800" b="0" i="0" dirty="0">
                <a:solidFill>
                  <a:srgbClr val="A1A7B3"/>
                </a:solidFill>
                <a:latin typeface="IBM Plex Sans"/>
              </a:rPr>
              <a:t>Bob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657600"/>
            <a:ext cx="676656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20640" y="365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62FF"/>
                </a:solidFill>
                <a:latin typeface="IBM Plex Mono"/>
              </a:rPr>
              <a:t>IBM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1206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BM Plex Sans"/>
              </a:rPr>
              <a:t>Daneyand "DJ" Singley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53212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CD34D"/>
                </a:solidFill>
                <a:latin typeface="IBM Plex Sans"/>
              </a:rPr>
              <a:t>daneyand@ibm.com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87959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1A7B3"/>
                </a:solidFill>
                <a:latin typeface="IBM Plex Sans"/>
              </a:rPr>
              <a:t>802-598-6057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IBM Plex Sans"/>
              </a:rPr>
              <a:t>The Problem</a:t>
            </a:r>
            <a:r>
              <a:rPr lang="en-US" sz="4000" b="1" i="0" dirty="0">
                <a:solidFill>
                  <a:srgbClr val="FFFFFF"/>
                </a:solidFill>
                <a:latin typeface="IBM Plex Sans"/>
              </a:rPr>
              <a:t> – </a:t>
            </a:r>
            <a:r>
              <a:rPr lang="en-US" sz="2000" b="1" i="0" dirty="0">
                <a:solidFill>
                  <a:srgbClr val="FFFFFF"/>
                </a:solidFill>
                <a:latin typeface="IBM Plex Sans"/>
              </a:rPr>
              <a:t>The most impressive aspect of Bob is the building journey!</a:t>
            </a:r>
            <a:r>
              <a:rPr lang="en-US" sz="4000" b="1" i="0" dirty="0">
                <a:solidFill>
                  <a:srgbClr val="FFFFFF"/>
                </a:solidFill>
                <a:latin typeface="IBM Plex Sans"/>
              </a:rPr>
              <a:t> </a:t>
            </a:r>
            <a:endParaRPr sz="4000" b="1" i="0" dirty="0">
              <a:solidFill>
                <a:srgbClr val="FFFFFF"/>
              </a:solidFill>
              <a:latin typeface="IBM Plex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ORIGIN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CD34D"/>
                </a:solidFill>
                <a:latin typeface="IBM Plex Sans"/>
              </a:rPr>
              <a:t>The Conflict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FFFFFF"/>
                </a:solidFill>
                <a:latin typeface="IBM Plex Sans"/>
              </a:rPr>
              <a:t>  •  IBM/Exchange calendar has all your work meetings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FFFFFF"/>
                </a:solidFill>
                <a:latin typeface="IBM Plex Sans"/>
              </a:rPr>
              <a:t>  •  Personal/family calendar is completely separate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FFFFFF"/>
                </a:solidFill>
                <a:latin typeface="IBM Plex Sans"/>
              </a:rPr>
              <a:t>  •  Family books events over your work hours — conflicts!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FFFFFF"/>
                </a:solidFill>
                <a:latin typeface="IBM Plex Sans"/>
              </a:rPr>
              <a:t>  •  But you can't share work calendar details with family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FFFFFF"/>
                </a:solidFill>
                <a:latin typeface="IBM Plex Sans"/>
              </a:rPr>
              <a:t>  •  Meeting titles, attendees, locations are all confidential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FFFFFF"/>
                </a:solidFill>
                <a:latin typeface="IBM Plex Sans"/>
              </a:rPr>
              <a:t>  •  There was no tool that solved this exact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47548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CD34D"/>
                </a:solidFill>
                <a:latin typeface="IBM Plex Sans"/>
              </a:rPr>
              <a:t>The 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IBM Plex Sans"/>
              </a:rPr>
              <a:t>Family doesn't need to know WHAT
you're doing — only THAT you're busy.
Copy the time blocks.
Strip every single detail.
Share only the silence.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4805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How Should We Build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THE ARCHITECTURE JOURNEY  |  FROM SCRIPT TO NATIVE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88920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IBM Plex Sans"/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1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BM Plex Sans"/>
              </a:rPr>
              <a:t>Python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CD34D"/>
                </a:solidFill>
                <a:latin typeface="IBM Plex Sans"/>
              </a:rPr>
              <a:t>Started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999232"/>
            <a:ext cx="25786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1A7B3"/>
                </a:solidFill>
                <a:latin typeface="IBM Plex Sans"/>
              </a:rPr>
              <a:t>A simple Python script that
pulled calendar data and
wrote sanitized blocks.
Fast to prototype.
But — how does the user
run it? Where does it live?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1A7B3"/>
                </a:solidFill>
                <a:latin typeface="IBM Plex San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6976" y="1371600"/>
            <a:ext cx="2788920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8416" y="14630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IBM Plex Sans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2084831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BM Plex Sans"/>
              </a:rPr>
              <a:t>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5786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CD34D"/>
                </a:solidFill>
                <a:latin typeface="IBM Plex Sans"/>
              </a:rPr>
              <a:t>Considered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999232"/>
            <a:ext cx="25786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1A7B3"/>
                </a:solidFill>
                <a:latin typeface="IBM Plex Sans"/>
              </a:rPr>
              <a:t>Host it as a web app —
user logs in, connects
calendars via OAuth.
Now we need a server,
a domain, auth flows,
credentials in the cloud.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1A7B3"/>
                </a:solidFill>
                <a:latin typeface="IBM Plex San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371600"/>
            <a:ext cx="2788920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14630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IBM Plex Sans"/>
              </a:rPr>
              <a:t>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084831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BM Plex Sans"/>
              </a:rPr>
              <a:t>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5786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CD34D"/>
                </a:solidFill>
                <a:latin typeface="IBM Plex Sans"/>
              </a:rPr>
              <a:t>Also explored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99232"/>
            <a:ext cx="25786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1A7B3"/>
                </a:solidFill>
                <a:latin typeface="IBM Plex Sans"/>
              </a:rPr>
              <a:t>Run it in Docker —
containerized, portable.
But still needs a host,
still needs OAuth tokens,
still needs somewhere
to run 24/7.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1A7B3"/>
                </a:solidFill>
                <a:latin typeface="IBM Plex San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1371600"/>
            <a:ext cx="2788920" cy="5029200"/>
          </a:xfrm>
          <a:prstGeom prst="rect">
            <a:avLst/>
          </a:prstGeom>
          <a:solidFill>
            <a:srgbClr val="0062FF"/>
          </a:solidFill>
          <a:ln w="317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53728" y="14630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IBM Plex Sans"/>
              </a:rPr>
              <a:t>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084831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CD34D"/>
                </a:solidFill>
                <a:latin typeface="IBM Plex Sans"/>
              </a:rPr>
              <a:t>Native Mac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5786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2C55E"/>
                </a:solidFill>
                <a:latin typeface="IBM Plex Sans"/>
              </a:rPr>
              <a:t>Where we landed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2999232"/>
            <a:ext cx="25786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BM Plex Sans"/>
              </a:rPr>
              <a:t>macOS already syncs both
calendars via Calendar.app.
EventKit reads them both
locally — no server,
no OAuth, no credentials.
Just a bee in your tray.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46520"/>
            <a:ext cx="11612880" cy="2926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46480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FCD34D"/>
                </a:solidFill>
                <a:latin typeface="IBM Plex Sans"/>
              </a:rPr>
              <a:t>"Swift? I've never written a line of Swift in my life." — Daneyand, Session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IBM Plex Sans"/>
              </a:rPr>
              <a:t>The Road Not Taken</a:t>
            </a:r>
            <a:r>
              <a:rPr lang="en-US" sz="4000" b="1" i="0" dirty="0">
                <a:solidFill>
                  <a:srgbClr val="FFFFFF"/>
                </a:solidFill>
                <a:latin typeface="IBM Plex Sans"/>
              </a:rPr>
              <a:t> – </a:t>
            </a:r>
            <a:r>
              <a:rPr lang="en-US" sz="2000" b="1" i="0" dirty="0">
                <a:solidFill>
                  <a:srgbClr val="FFFFFF"/>
                </a:solidFill>
                <a:latin typeface="IBM Plex Sans"/>
              </a:rPr>
              <a:t>Bob downloaded all compile tools locally</a:t>
            </a:r>
            <a:endParaRPr sz="2000" b="1" i="0" dirty="0">
              <a:solidFill>
                <a:srgbClr val="FFFFFF"/>
              </a:solidFill>
              <a:latin typeface="IBM Plex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APPROACHES WE TRIED — AND ABANDONED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49039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CD34D"/>
                </a:solidFill>
                <a:latin typeface="IBM Plex Sans"/>
              </a:rPr>
              <a:t>Outlook AppleScript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Sans"/>
              </a:rPr>
              <a:t>❌  Broken in Outlook 16.80+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1A7B3"/>
                </a:solidFill>
                <a:latin typeface="IBM Plex Sans"/>
              </a:rPr>
              <a:t>Microsoft's new sync engine (HxStore) broke the
'calendar events' AppleScript property.
Returns 0 events even when fully synced.
A confirmed regression with no fix.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749039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CD34D"/>
                </a:solidFill>
                <a:latin typeface="IBM Plex Sans"/>
              </a:rPr>
              <a:t>Google Calendar OAuth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Sans"/>
              </a:rPr>
              <a:t>❌  Too complex, too much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146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1A7B3"/>
                </a:solidFill>
                <a:latin typeface="IBM Plex Sans"/>
              </a:rPr>
              <a:t>Required Google Cloud project setup,
OAuth credentials, token refresh logic,
and API rate limits. Overkill for a
personal tool. Removed entirely.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749039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CD34D"/>
                </a:solidFill>
                <a:latin typeface="IBM Plex Sans"/>
              </a:rPr>
              <a:t>Sanitizer.swift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IBM Plex Sans"/>
              </a:rPr>
              <a:t>✅  Simplified &amp; inlined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1A7B3"/>
                </a:solidFill>
                <a:latin typeface="IBM Plex Sans"/>
              </a:rPr>
              <a:t>Originally a standalone Swift module.
Sanitization was so straightforward
(just replace the title) that the whole
module was folded into EventKitSync.swift.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C9E9E-4860-19CF-7207-74A848A54681}"/>
              </a:ext>
            </a:extLst>
          </p:cNvPr>
          <p:cNvSpPr txBox="1"/>
          <p:nvPr/>
        </p:nvSpPr>
        <p:spPr>
          <a:xfrm>
            <a:off x="548639" y="6035040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FCD34D"/>
                </a:solidFill>
                <a:latin typeface="IBM Plex Sans"/>
              </a:rPr>
              <a:t>"</a:t>
            </a:r>
            <a:r>
              <a:rPr lang="en-US" sz="1100" i="1" dirty="0">
                <a:solidFill>
                  <a:srgbClr val="FCD34D"/>
                </a:solidFill>
                <a:latin typeface="IBM Plex Sans"/>
              </a:rPr>
              <a:t>Wow, this thing has shell access!!</a:t>
            </a:r>
            <a:r>
              <a:rPr sz="1100" b="0" i="1" dirty="0">
                <a:solidFill>
                  <a:srgbClr val="FCD34D"/>
                </a:solidFill>
                <a:latin typeface="IBM Plex Sans"/>
              </a:rPr>
              <a:t>." — Daneyand, Session </a:t>
            </a:r>
            <a:r>
              <a:rPr lang="en-US" sz="1100" b="0" i="1" dirty="0">
                <a:solidFill>
                  <a:srgbClr val="FCD34D"/>
                </a:solidFill>
                <a:latin typeface="IBM Plex Sans"/>
              </a:rPr>
              <a:t>2</a:t>
            </a:r>
            <a:endParaRPr sz="1100" b="0" i="1" dirty="0">
              <a:solidFill>
                <a:srgbClr val="FCD34D"/>
              </a:solidFill>
              <a:latin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The Breakthrough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EVENTKIT — THE ANSWER WAS IN macOS ALL ALONG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CD34D"/>
                </a:solidFill>
                <a:latin typeface="IBM Plex Sans"/>
              </a:rPr>
              <a:t>macOS Calendar.app is the 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BM Plex Sans"/>
              </a:rPr>
              <a:t>When you add your IBM/Exchange account to
System Settings → Internet Accounts, macOS
Calendar.app syncs your work calendar locally.
Apple's EventKit framework can then read those
events directly — no Outlook, no AppleScript,
no Microsoft APIs, no Google OAuth, nothing.
Both source (IBM) and target (iCloud/Google)
are EventKit calendars. One API. Zero secrets.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5212080" cy="5029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62FF"/>
                </a:solidFill>
                <a:latin typeface="IBM Plex Sans"/>
              </a:rPr>
              <a:t>IBM/Exchange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1A7B3"/>
                </a:solidFill>
                <a:latin typeface="IBM Plex Sans"/>
              </a:rPr>
              <a:t>  ↓  Internet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62FF"/>
                </a:solidFill>
                <a:latin typeface="IBM Plex Sans"/>
              </a:rPr>
              <a:t>macOS Calendar.app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474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1A7B3"/>
                </a:solidFill>
                <a:latin typeface="IBM Plex Sans"/>
              </a:rPr>
              <a:t>  ↓  Apple EventKit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CD34D"/>
                </a:solidFill>
                <a:latin typeface="IBM Plex Sans"/>
              </a:rPr>
              <a:t>HoneyDue reads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754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1A7B3"/>
                </a:solidFill>
                <a:latin typeface="IBM Plex Sans"/>
              </a:rPr>
              <a:t>  ↓  Sanitize &amp;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3949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IBM Plex Sans"/>
              </a:rPr>
              <a:t>Personal/iCloud Calendar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The Name &amp; The Character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BRAND  |  IDENTITY  |  ARTWORK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34440"/>
            <a:ext cx="192024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13716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CD34D"/>
                </a:solidFill>
                <a:latin typeface="IBM Plex Sans"/>
              </a:rPr>
              <a:t>"HoneyDue"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4884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IBM Plex Sans"/>
              </a:rPr>
              <a:t>The work calendar dues get sanitized and sent home.
Like a honeybee dutifully delivering — but keeping the hive's secrets.
The bee mascot wears a suit jacket and a red tie,
holds a calendar, and has stressed ✕ eyes —
because work calendars are stressful.
Custom SVG artwork, hand-crafted with Bob.
The sweat drop sealed the deal.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B27831F-EBE9-5BE4-574A-F17103F045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4859144"/>
            <a:ext cx="8624353" cy="143739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E7B295C-8ABD-5B55-2184-879C6254A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625" y="1353480"/>
            <a:ext cx="3382165" cy="3382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Built With Bob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AI-ASSISTED DEVELOPMENT  |  FROM IDEA TO APP IN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834640" cy="2148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IBM Plex Sans"/>
              </a:rPr>
              <a:t>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Problem framing, architecture decision
(EventKit, not Outlook AppleScript)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834640" cy="2148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IBM Plex Sans"/>
              </a:rPr>
              <a:t>Session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Core Swift app scaffold, Models, CalendarReader,
EventKitSync, DiffEngine, SyncEngine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2834640" cy="2148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IBM Plex Sans"/>
              </a:rPr>
              <a:t>Session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SwiftUI SettingsView, tray icon (NSStatusItem),
AppDelegate, Logger, config persistence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834640" cy="2148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IBM Plex Sans"/>
              </a:rPr>
              <a:t>Session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8288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Bug fixes: recurring events crash, all-day events,
multi-day events, back-to-back meetings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03320"/>
            <a:ext cx="2834640" cy="2148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794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IBM Plex Sans"/>
              </a:rPr>
              <a:t>Session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6052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Ownership marker, duplicate guard,
block-title rename sweep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703320"/>
            <a:ext cx="2834640" cy="2148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3794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IBM Plex Sans"/>
              </a:rPr>
              <a:t>Session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6052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State invalidation on calendar change,
About window, author photo, bee icon SVG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703320"/>
            <a:ext cx="2834640" cy="2148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IBM Plex Sans"/>
              </a:rPr>
              <a:t>Session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6052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Version bump checklist, build.sh release DMG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703320"/>
            <a:ext cx="2834640" cy="2148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3794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IBM Plex Sans"/>
              </a:rPr>
              <a:t>Session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16052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35 unit tests, sync interval options, v1.0.6 release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ARCHITECTURE  |  ZERO THIRD-PARTY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148840" cy="274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IBM Plex Sans"/>
              </a:rPr>
              <a:t>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117"/>
                </a:solidFill>
                <a:latin typeface="IBM Plex Sans"/>
              </a:rPr>
              <a:t>EventKit
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117"/>
                </a:solidFill>
                <a:latin typeface="IBM Plex Sans"/>
              </a:rPr>
              <a:t>CalendarReader
fetchMeetings()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423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IBM Plex San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371600"/>
            <a:ext cx="2148840" cy="27432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1463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IBM Plex Sans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117"/>
                </a:solidFill>
                <a:latin typeface="IBM Plex Sans"/>
              </a:rPr>
              <a:t>DiffEngine
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6974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117"/>
                </a:solidFill>
                <a:latin typeface="IBM Plex Sans"/>
              </a:rPr>
              <a:t>Current events
vs state.json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423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IBM Plex San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5" y="1371600"/>
            <a:ext cx="2148840" cy="27432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11495" y="1463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IBM Plex Sans"/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5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117"/>
                </a:solidFill>
                <a:latin typeface="IBM Plex Sans"/>
              </a:rPr>
              <a:t>SyncEngine
Orchestrate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5" y="26974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117"/>
                </a:solidFill>
                <a:latin typeface="IBM Plex Sans"/>
              </a:rPr>
              <a:t>Create / Update
/ Delete / Skip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3" y="2423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IBM Plex San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3" y="1371600"/>
            <a:ext cx="214884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61503" y="1463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IBM Plex Sans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117"/>
                </a:solidFill>
                <a:latin typeface="IBM Plex Sans"/>
              </a:rPr>
              <a:t>EventKit
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3" y="26974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117"/>
                </a:solidFill>
                <a:latin typeface="IBM Plex Sans"/>
              </a:rPr>
              <a:t>Atomic batch
Only on full success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423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IBM Plex San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0072" y="1371600"/>
            <a:ext cx="2148840" cy="2743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11512" y="1463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IBM Plex Sans"/>
              </a:rPr>
              <a:t>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117"/>
                </a:solidFill>
                <a:latin typeface="IBM Plex Sans"/>
              </a:rPr>
              <a:t>state.json
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6974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117"/>
                </a:solidFill>
                <a:latin typeface="IBM Plex Sans"/>
              </a:rPr>
              <a:t>Snapshot written
Post-commit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297680"/>
            <a:ext cx="11521440" cy="2103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4348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D34D"/>
                </a:solidFill>
                <a:latin typeface="IBM Plex Sans"/>
              </a:rPr>
              <a:t>🔒  Zero Data Leakage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Only block title, start, and end time cross over. Nothing else.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4348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D34D"/>
                </a:solidFill>
                <a:latin typeface="IBM Plex Sans"/>
              </a:rPr>
              <a:t>⚡  Atomic Commits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89204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All EventKit changes roll back if any single operation fails.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34840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CD34D"/>
                </a:solidFill>
                <a:latin typeface="IBM Plex Sans"/>
              </a:rPr>
              <a:t>🐝  macOS Native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89204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Pure Swift + EventKit + SwiftUI. No Outlook. No OAuth. No APIs.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4348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D34D"/>
                </a:solidFill>
                <a:latin typeface="IBM Plex Sans"/>
              </a:rPr>
              <a:t>♻️  Change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89204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Moved meetings update their block. Cancelled meetings delete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The Sanitization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SECURITY  |  PRIVACY  | 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4846320" cy="4937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IBM Plex Sans"/>
              </a:rPr>
              <a:t>SOURCE EVENT (IBM Calendar)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Title: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2626"/>
                </a:solidFill>
                <a:latin typeface="IBM Plex Sans"/>
              </a:rPr>
              <a:t>Q4 Strategy Review —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Attendees: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33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2626"/>
                </a:solidFill>
                <a:latin typeface="IBM Plex Sans"/>
              </a:rPr>
              <a:t>CEO, CFO, VP Engineering,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0098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Location: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0098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2626"/>
                </a:solidFill>
                <a:latin typeface="IBM Plex Sans"/>
              </a:rPr>
              <a:t>Board Room 4B, Austin 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6849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Notes: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68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2626"/>
                </a:solidFill>
                <a:latin typeface="IBM Plex Sans"/>
              </a:rPr>
              <a:t>Link to confidential deck...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360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Start: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636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  <a:latin typeface="IBM Plex Sans"/>
              </a:rPr>
              <a:t>2025-07-15  14:00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End: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  <a:latin typeface="IBM Plex Sans"/>
              </a:rPr>
              <a:t>2025-07-15  15:30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2918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CD34D"/>
                </a:solidFill>
                <a:latin typeface="IBM Plex Sans"/>
              </a:rPr>
              <a:t>✦  SANITIZE  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74903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CD34D"/>
                </a:solidFill>
                <a:latin typeface="IBM Plex San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371600"/>
            <a:ext cx="4846320" cy="4937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IBM Plex Sans"/>
              </a:rPr>
              <a:t>TARGET EVENT (Personal Calendar)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Title: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  <a:latin typeface="IBM Plex Sans"/>
              </a:rPr>
              <a:t>IBM - 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6334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Attendees: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633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1A7B3"/>
                </a:solidFill>
                <a:latin typeface="IBM Plex Sans"/>
              </a:rPr>
              <a:t>—  (not written)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30098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Location: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30098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1A7B3"/>
                </a:solidFill>
                <a:latin typeface="IBM Plex Sans"/>
              </a:rPr>
              <a:t>—  (not written)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96849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Notes: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968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1A7B3"/>
                </a:solidFill>
                <a:latin typeface="IBM Plex Sans"/>
              </a:rPr>
              <a:t>honeyDue Calendar Sync  (ownership marker)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6360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Start: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636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  <a:latin typeface="IBM Plex Sans"/>
              </a:rPr>
              <a:t>2025-07-15  14:00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303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A7B3"/>
                </a:solidFill>
                <a:latin typeface="IBM Plex Sans"/>
              </a:rPr>
              <a:t>End: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  <a:latin typeface="IBM Plex Sans"/>
              </a:rPr>
              <a:t>2025-07-15  15:30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State Tracking &amp; Diff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SMART SYNC  |  NOT A FULL WIPE-AND-REWRITE EVERY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788920" cy="25603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IBM Plex Sans"/>
              </a:rPr>
              <a:t>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D1117"/>
                </a:solidFill>
                <a:latin typeface="IBM Plex Sans"/>
              </a:rPr>
              <a:t>Event in source,
not in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IBM Plex Sans"/>
              </a:rPr>
              <a:t>→ Create block
on personal 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371600"/>
            <a:ext cx="2788920" cy="25603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4136" y="14630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IBM Plex Sans"/>
              </a:rPr>
              <a:t>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D1117"/>
                </a:solidFill>
                <a:latin typeface="IBM Plex Sans"/>
              </a:rPr>
              <a:t>Event in both,
hash differs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926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IBM Plex Sans"/>
              </a:rPr>
              <a:t>→ Update block
(time moved)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371600"/>
            <a:ext cx="2788920" cy="2560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4630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IBM Plex Sans"/>
              </a:rPr>
              <a:t>DELETED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D1117"/>
                </a:solidFill>
                <a:latin typeface="IBM Plex Sans"/>
              </a:rPr>
              <a:t>In snapshot,
not in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26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IBM Plex Sans"/>
              </a:rPr>
              <a:t>→ Delete block
from personal 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8008" y="1371600"/>
            <a:ext cx="2788920" cy="2560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9448" y="14630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IBM Plex Sans"/>
              </a:rPr>
              <a:t>UNCHANGED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D1117"/>
                </a:solidFill>
                <a:latin typeface="IBM Plex Sans"/>
              </a:rPr>
              <a:t>In both,
hash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926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IBM Plex Sans"/>
              </a:rPr>
              <a:t>→ Skip
(nothing to do)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1152144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CD34D"/>
                </a:solidFill>
                <a:latin typeface="IBM Plex Sans"/>
              </a:rPr>
              <a:t>Safety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• SHA-256 hash of event ID + start + end detects changes precisely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09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• Ownership marker ('honeyDue Calendar Sync' in notes) prevents touching user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303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• Duplicate guard: scans target cal before creating — skips if block already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2303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• Block-title rename sweep: if title changed, pre-pass renames all owned blocks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5157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• Calendar-change invalidation: changing source/target deletes state.json → full re-sync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75157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• Atomic commit: if any write fails, all EventKit changes roll back, state is not saved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The App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macOS MENU BAR  |  SET IT AND FORGET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CD34D"/>
                </a:solidFill>
                <a:latin typeface="IBM Plex Sans"/>
              </a:rPr>
              <a:t>Tray Status Dots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IBM Plex Sans"/>
              </a:rPr>
              <a:t>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BM Plex Sans"/>
              </a:rPr>
              <a:t>Grey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1A7B3"/>
                </a:solidFill>
                <a:latin typeface="IBM Plex Sans"/>
              </a:rPr>
              <a:t>Running, no sync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24327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IBM Plex Sans"/>
              </a:rPr>
              <a:t>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24327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BM Plex Sans"/>
              </a:rPr>
              <a:t>Yellow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2432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1A7B3"/>
                </a:solidFill>
                <a:latin typeface="IBM Plex Sans"/>
              </a:rPr>
              <a:t>Sync 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74135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IBM Plex Sans"/>
              </a:rPr>
              <a:t>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74135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BM Plex Sans"/>
              </a:rPr>
              <a:t>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374135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1A7B3"/>
                </a:solidFill>
                <a:latin typeface="IBM Plex Sans"/>
              </a:rPr>
              <a:t>Last sync succeeded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2394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IBM Plex Sans"/>
              </a:rPr>
              <a:t>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23944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BM Plex Sans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1239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1A7B3"/>
                </a:solidFill>
                <a:latin typeface="IBM Plex Sans"/>
              </a:rPr>
              <a:t>Last sync failed — check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280160"/>
            <a:ext cx="3474720" cy="5120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CD34D"/>
                </a:solidFill>
                <a:latin typeface="IBM Plex Sans"/>
              </a:rPr>
              <a:t>Settings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8745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• Source calendar picker  (work/IBM)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3774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• Target calendar picker  (personal/iCloud)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80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• Block Title input  (default: IBM - BLOCK)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IBM Plex Sans"/>
              </a:rPr>
              <a:t>  • Lookahead Days  (1–100, default 60)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886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• Sync Interval  (15 min → 24 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• Start at Login  /  Start Minimized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892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• Save Config  →  Run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394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• Last Run  /  Status  /  Next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897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• View Log File  /  Hide to Tray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280160"/>
            <a:ext cx="3657600" cy="5120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CD34D"/>
                </a:solidFill>
                <a:latin typeface="IBM Plex Sans"/>
              </a:rPr>
              <a:t>Key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8745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✓  Regular, recurring, all-day,
multi-day events all handled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41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✓  Auto-sync on configurable timer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00837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✓  Run Now for immediate sync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575303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✓  10-day / 10 MB rotating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14223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✓  Batch mode (--batch flag)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✓  Testing mode (-t flag)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2760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✓  Start at login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84301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BM Plex Sans"/>
              </a:rPr>
              <a:t>  ✓  Zero third-party dependencies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Quality &amp;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IBM Plex Sans"/>
              </a:rPr>
              <a:t>35 UNIT TESTS  |  CI-GATED BUILD  |  SIGNED DMG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49039" cy="3246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CD34D"/>
                </a:solidFill>
                <a:latin typeface="IBM Plex Sans"/>
              </a:rPr>
              <a:t>DiffEngineTests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62FF"/>
                </a:solidFill>
                <a:latin typeface="IBM Plex Sans"/>
              </a:rPr>
              <a:t>7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BM Plex Sans"/>
              </a:rPr>
              <a:t>Validates the diff logic that decides what to
create, update, delete, or skip:
• New event not in snapshot → create
• Event in both, hash changed → update
• Event in snapshot, gone from source → delete
• Event in both, hash same → skip
• ekEventID forwarding, mixed batch, empty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749039" cy="3246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CD34D"/>
                </a:solidFill>
                <a:latin typeface="IBM Plex Sans"/>
              </a:rPr>
              <a:t>AppConfigTests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62FF"/>
                </a:solidFill>
                <a:latin typeface="IBM Plex Sans"/>
              </a:rPr>
              <a:t>12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50008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BM Plex Sans"/>
              </a:rPr>
              <a:t>Validates every config rule that guards bad input:
• Source &amp; target calendar ID must be non-empty
• Source and target cannot be the same calendar
• Lookahead days must be 1–100
• Block title must be non-empty
• All 8 sync intervals are accepted (15 min–24 h)
• Sub-60-min intervals rejected outside test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749039" cy="3246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CD34D"/>
                </a:solidFill>
                <a:latin typeface="IBM Plex Sans"/>
              </a:rPr>
              <a:t>ModelsTests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62FF"/>
                </a:solidFill>
                <a:latin typeface="IBM Plex Sans"/>
              </a:rPr>
              <a:t>16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50008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BM Plex Sans"/>
              </a:rPr>
              <a:t>Validates data integrity across all model types:
• JSON encode → decode round-trips for Meeting,
  SyncState, AppConfig, SyncResult
• SyncResult summary strings are correct
• AppPaths resolves log URL to Application Support
• Nil fields survive JSON round-trip cleanly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8280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CD34D"/>
                </a:solidFill>
                <a:latin typeface="IBM Plex Sans"/>
              </a:rPr>
              <a:t>Release Build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303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C7"/>
                </a:solidFill>
                <a:latin typeface="IBM Plex Mono"/>
              </a:rPr>
              <a:t>$ swift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41848"/>
            <a:ext cx="2788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BM Plex Sans"/>
              </a:rPr>
              <a:t>All 35 tests must pass
— aborts on 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2303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C7"/>
                </a:solidFill>
                <a:latin typeface="IBM Plex Mono"/>
              </a:rPr>
              <a:t>$ swift build --configuration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641848"/>
            <a:ext cx="2788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BM Plex Sans"/>
              </a:rPr>
              <a:t>Optimised ARM64 binary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2303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C7"/>
                </a:solidFill>
                <a:latin typeface="IBM Plex Mono"/>
              </a:rPr>
              <a:t>$ codesign --deep --force --sign 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641848"/>
            <a:ext cx="2788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BM Plex Sans"/>
              </a:rPr>
              <a:t>Ad-hoc signed .app bundle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2303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C7"/>
                </a:solidFill>
                <a:latin typeface="IBM Plex Mono"/>
              </a:rPr>
              <a:t>$ hdiutil create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641848"/>
            <a:ext cx="2788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BM Plex Sans"/>
              </a:rPr>
              <a:t>DMG drag-to-install
disk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7B3"/>
                </a:solidFill>
                <a:latin typeface="IBM Plex Sans"/>
              </a:rPr>
              <a:t>IBM Internal  |  HoneyDue Calendar Sync  |  Daneyand &amp; Bob  |  2025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48640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01752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CD34D"/>
                </a:solidFill>
                <a:latin typeface="IBM Plex Sans"/>
              </a:rPr>
              <a:t>DEMO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IBM Plex Sans"/>
              </a:rPr>
              <a:t>HoneyDue Calendar Sync —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800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1A7B3"/>
                </a:solidFill>
                <a:latin typeface="IBM Plex Sans"/>
              </a:rPr>
              <a:t>Bee in the menu bar  ·  Settings window  ·  Run Now  ·  Watch the blocks appear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486400"/>
            <a:ext cx="5806440" cy="56692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5504688"/>
            <a:ext cx="5806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BM Plex Sans"/>
              </a:rPr>
              <a:t>⬇  Download:  github.com/007Style/honeydue-cal-sync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5852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0062FF"/>
                </a:solidFill>
                <a:latin typeface="IBM Plex Mono"/>
              </a:rPr>
              <a:t>IBM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10-Point Star 13">
            <a:extLst>
              <a:ext uri="{FF2B5EF4-FFF2-40B4-BE49-F238E27FC236}">
                <a16:creationId xmlns:a16="http://schemas.microsoft.com/office/drawing/2014/main" id="{D4B85EFD-1096-EDFE-8DE7-12CA0F9CAF69}"/>
              </a:ext>
            </a:extLst>
          </p:cNvPr>
          <p:cNvSpPr/>
          <p:nvPr/>
        </p:nvSpPr>
        <p:spPr>
          <a:xfrm>
            <a:off x="8414711" y="475935"/>
            <a:ext cx="3746809" cy="3334214"/>
          </a:xfrm>
          <a:prstGeom prst="star10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8BD59C-C9B8-BB36-4100-DDA1B4F1BAC8}"/>
              </a:ext>
            </a:extLst>
          </p:cNvPr>
          <p:cNvSpPr txBox="1"/>
          <p:nvPr/>
        </p:nvSpPr>
        <p:spPr>
          <a:xfrm>
            <a:off x="9087799" y="988880"/>
            <a:ext cx="24644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Surprise!</a:t>
            </a:r>
          </a:p>
          <a:p>
            <a:endParaRPr lang="en-US" dirty="0"/>
          </a:p>
          <a:p>
            <a:r>
              <a:rPr lang="en-US" dirty="0"/>
              <a:t>Bob built this entire presentation based on our chat history building the </a:t>
            </a:r>
            <a:r>
              <a:rPr lang="en-US" dirty="0" err="1"/>
              <a:t>HoneyDue</a:t>
            </a:r>
            <a:r>
              <a:rPr lang="en-US" dirty="0"/>
              <a:t> APP!!!</a:t>
            </a:r>
          </a:p>
          <a:p>
            <a:endParaRPr lang="en-US" dirty="0"/>
          </a:p>
          <a:p>
            <a:r>
              <a:rPr lang="en-US" dirty="0"/>
              <a:t>Crazy, right?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1880</Words>
  <Application>Microsoft Macintosh PowerPoint</Application>
  <PresentationFormat>Custom</PresentationFormat>
  <Paragraphs>241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daneyand</cp:lastModifiedBy>
  <cp:revision>6</cp:revision>
  <dcterms:created xsi:type="dcterms:W3CDTF">2013-01-27T09:14:16Z</dcterms:created>
  <dcterms:modified xsi:type="dcterms:W3CDTF">2026-08-07T15:14:03Z</dcterms:modified>
  <cp:category/>
</cp:coreProperties>
</file>